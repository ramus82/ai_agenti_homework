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Finding Count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4E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Account Policy</c:v>
                  </c:pt>
                  <c:pt idx="1">
                    <c:v>Audit Policy</c:v>
                  </c:pt>
                  <c:pt idx="2">
                    <c:v>Firewall</c:v>
                  </c:pt>
                  <c:pt idx="3">
                    <c:v>Remote Services</c:v>
                  </c:pt>
                  <c:pt idx="4">
                    <c:v>Patching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4E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2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Security Audit Findings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2022  |  Production Environment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0"/>
            <a:ext cx="201168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639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2024-03-15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3200400"/>
            <a:ext cx="201168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3639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Benchmark v1.0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01168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639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 Novak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3200400"/>
            <a:ext cx="201168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3639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E46"/>
          </a:solidFill>
          <a:ln w="12700">
            <a:solidFill>
              <a:srgbClr val="15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92024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Findings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97280"/>
            <a:ext cx="192024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51460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6B0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1920240" cy="109728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26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66344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12280" y="109728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F8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97280"/>
            <a:ext cx="1920240" cy="109728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81228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/ 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3756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Critical vulnerabilities require immediate remediation within 15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SMBv1 is enabled on production servers — high-risk legacy protocol exposure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policy non-compliant: minimum length 8 chars (required: 14)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incomplete — logon failure events not captured on 3 systems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by Category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Breakdown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417320"/>
            <a:ext cx="320040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Policy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52360" y="1463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16916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length, history, lockout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05740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Policy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5236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60720" y="2331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Logon, credential, policy change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2697480"/>
            <a:ext cx="320040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52360" y="2743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760720" y="29718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&amp; public profile settings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333756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Svcs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5236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760720" y="3611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SMBv1, RDP encryption level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69280" y="3977640"/>
            <a:ext cx="320040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52360" y="4023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60720" y="4251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OS security updates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&amp; High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713232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33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033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1.1.4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005840"/>
            <a:ext cx="914400" cy="274320"/>
          </a:xfrm>
          <a:prstGeom prst="rect">
            <a:avLst/>
          </a:prstGeom>
          <a:solidFill>
            <a:srgbClr val="E26B0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307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Password Length =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Set to 14 via GPO Password Policy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64792"/>
            <a:ext cx="73152" cy="713232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379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18379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1.2.2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810512"/>
            <a:ext cx="914400" cy="274320"/>
          </a:xfrm>
          <a:prstGeom prst="rect">
            <a:avLst/>
          </a:prstGeom>
          <a:solidFill>
            <a:srgbClr val="E26B0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112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Lockout Threshold = 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83794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Reduce to 3-5 via GPO Account Lockout Policy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69464"/>
            <a:ext cx="8595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69464"/>
            <a:ext cx="73152" cy="713232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426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26426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18.3.3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2615184"/>
            <a:ext cx="914400" cy="274320"/>
          </a:xfrm>
          <a:prstGeom prst="rect">
            <a:avLst/>
          </a:prstGeom>
          <a:solidFill>
            <a:srgbClr val="E26B0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2916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SMBv1 Client Driver ENABLED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264261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Disable: Set-SmbServerConfiguration -EnableSMB1Protocol $false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374136"/>
            <a:ext cx="73152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4472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3447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CVE-2023-23397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3419856"/>
            <a:ext cx="914400" cy="27432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721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UNC path privilege escalation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344728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Apply KB5023280; block outbound SMB at perimeter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178808"/>
            <a:ext cx="73152" cy="713232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51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" y="4251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CVE-2023-44487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4224528"/>
            <a:ext cx="914400" cy="274320"/>
          </a:xfrm>
          <a:prstGeom prst="rect">
            <a:avLst/>
          </a:prstGeom>
          <a:solidFill>
            <a:srgbClr val="E26B0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526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HTTP/2 Rapid Reset DoS in nginx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0" y="425196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Upgrade nginx to 1.25.3 or later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5943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(Critical)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SMBv1 on all servers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Outlook CVE patch KB5023280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8094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outbound SMB at firewall perimeter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6393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Citrix ADC &amp; EPMM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5176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651760" cy="594360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87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6642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password length policy to 14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225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account lockout threshold to 3-5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98094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RDP encryption to High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6393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Exchange &amp; nginx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960120"/>
            <a:ext cx="265176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960120"/>
            <a:ext cx="2651760" cy="59436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987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(Medium)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16642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full audit policy set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23225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firewall on all profiles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98094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user override on public profile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6393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remaining CVEs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Contacts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57200" cy="45720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264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this report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owners must acknowledge findings within 3 business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57200" cy="45720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951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remediation 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587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tasks, owners and target dates for each finding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638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Phase 1 remediations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56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Critical/High items — coordinate with infrastructure and SOC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457200" cy="45720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325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re-audit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325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scan scheduled for 30 days post-remediation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E46"/>
          </a:solidFill>
          <a:ln w="12700">
            <a:solidFill>
              <a:srgbClr val="15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security-audit@company.com  |  Prepared: 2024-03-15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Security Audit Findings</dc:title>
  <dc:subject>PptxGenJS Presentation</dc:subject>
  <dc:creator>Security Audit Team</dc:creator>
  <cp:lastModifiedBy>Security Audit Team</cp:lastModifiedBy>
  <cp:revision>1</cp:revision>
  <dcterms:created xsi:type="dcterms:W3CDTF">2026-03-06T20:48:20Z</dcterms:created>
  <dcterms:modified xsi:type="dcterms:W3CDTF">2026-03-06T20:48:20Z</dcterms:modified>
</cp:coreProperties>
</file>